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1"/>
  </p:notesMasterIdLst>
  <p:sldIdLst>
    <p:sldId id="266" r:id="rId2"/>
    <p:sldId id="267" r:id="rId3"/>
    <p:sldId id="268" r:id="rId4"/>
    <p:sldId id="269" r:id="rId5"/>
    <p:sldId id="270" r:id="rId6"/>
    <p:sldId id="271" r:id="rId7"/>
    <p:sldId id="272" r:id="rId8"/>
    <p:sldId id="273" r:id="rId9"/>
    <p:sldId id="274" r:id="rId10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161" d="100"/>
          <a:sy n="161" d="100"/>
        </p:scale>
        <p:origin x="784" y="20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a414b72b6f_0_1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a414b72b6f_0_1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a414b72b6f_0_1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a414b72b6f_0_1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a414b72b6f_0_1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a414b72b6f_0_1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a414b72b6f_0_1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a414b72b6f_0_1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a414b72b6f_0_1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a414b72b6f_0_1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a414b72b6f_0_1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a414b72b6f_0_1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a414b72b6f_0_1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a414b72b6f_0_1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a414b72b6f_0_1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3a414b72b6f_0_1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a414b72b6f_0_1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a414b72b6f_0_1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Google Shape;127;p23" descr="Beautify this slid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Google Shape;132;p24" descr="Beautify this slid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25" descr="Beautify this slid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Google Shape;142;p26" descr="Beautify this slid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1775" y="1183875"/>
            <a:ext cx="4211650" cy="35372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48;p27" descr="Beautify this slid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" name="Google Shape;153;p28" descr="Beautify this slid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" name="Google Shape;158;p29" descr="Beautify this slid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" name="Google Shape;163;p30" descr="Beautify this slid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8" name="Google Shape;168;p31" descr="remove Contact info &amp; website details 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1" baseType="lpstr">
      <vt:lpstr>Arial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Vinit Vijaykumar Adke (Student)</cp:lastModifiedBy>
  <cp:revision>1</cp:revision>
  <dcterms:modified xsi:type="dcterms:W3CDTF">2025-12-04T22:07:19Z</dcterms:modified>
</cp:coreProperties>
</file>